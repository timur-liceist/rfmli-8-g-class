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2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DB78A697-9D75-4DE8-8C28-1296A6CF43C1}" type="datetimeFigureOut">
              <a:rPr lang="en-US" dirty="0"/>
              <a:t>11/25/2021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9144" y="4882896"/>
            <a:ext cx="4050792" cy="1197864"/>
          </a:xfrm>
          <a:noFill/>
        </p:spPr>
        <p:txBody>
          <a:bodyPr wrap="square" rtlCol="0">
            <a:spAutoFit/>
          </a:bodyPr>
          <a:lstStyle>
            <a:lvl1pPr>
              <a:defRPr lang="en-US" sz="5400" dirty="0"/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D967-1B7E-40AA-AAF7-BA98E0E039F7}" type="datetimeFigureOut">
              <a:rPr lang="en-US" dirty="0"/>
              <a:t>11/25/2021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490F-3E6A-4544-9694-22B6007FE3C6}" type="datetimeFigureOut">
              <a:rPr lang="en-US" dirty="0"/>
              <a:t>11/25/2021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F9620-38BC-4982-922B-C904A70C41DD}" type="datetimeFigureOut">
              <a:rPr lang="en-US" dirty="0"/>
              <a:t>11/25/2021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6FC6-E80E-40CB-B83C-A6FFE3EF0BA6}" type="datetimeFigureOut">
              <a:rPr lang="en-US" dirty="0"/>
              <a:t>11/25/2021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F863F-52DC-41B2-9D00-5A4E5632AC32}" type="datetimeFigureOut">
              <a:rPr lang="en-US" dirty="0"/>
              <a:t>11/25/2021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5614-3909-43DC-A067-7F9842F8B81D}" type="datetimeFigureOut">
              <a:rPr lang="en-US" dirty="0"/>
              <a:t>11/25/2021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9323-6A73-409C-86A6-9EAF0F851121}" type="datetimeFigureOut">
              <a:rPr lang="en-US" dirty="0"/>
              <a:t>11/25/2021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0176-F1D3-49EC-82F4-0915A3AC4184}" type="datetimeFigureOut">
              <a:rPr lang="en-US" dirty="0"/>
              <a:t>11/25/2021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3075A-B3CA-4308-8288-4AA3FDE33D80}" type="datetimeFigureOut">
              <a:rPr lang="en-US" dirty="0"/>
              <a:t>11/25/2021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4B8D-FEEF-4ACC-AE11-BD533592BCDC}" type="datetimeFigureOut">
              <a:rPr lang="en-US" dirty="0"/>
              <a:t>11/25/2021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26006-7E0B-4944-9FC8-8FFECA54B11C}" type="datetimeFigureOut">
              <a:rPr lang="en-US" dirty="0"/>
              <a:t>11/25/2021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3413-B80B-4905-8668-7292F4C8B0D5}" type="datetimeFigureOut">
              <a:rPr lang="en-US" dirty="0"/>
              <a:t>11/25/2021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9662-C6A4-45F9-A235-129F0C1DEF43}" type="datetimeFigureOut">
              <a:rPr lang="en-US" dirty="0"/>
              <a:t>11/25/2021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BB764-976A-4040-BDCA-252C91CEE939}" type="datetimeFigureOut">
              <a:rPr lang="en-US" dirty="0"/>
              <a:t>11/25/2021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FC935-CE77-4008-BAD9-6108F00BE393}" type="datetimeFigureOut">
              <a:rPr lang="en-US" dirty="0"/>
              <a:t>11/25/2021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562D5-4244-4B26-B385-E71032EABECD}" type="datetimeFigureOut">
              <a:rPr lang="en-US" dirty="0"/>
              <a:t>11/25/2021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50172865-FBF0-458A-BAFF-4F75173770F5}" type="datetimeFigureOut">
              <a:rPr lang="en-US" dirty="0"/>
              <a:t>11/25/2021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>
              <a:lumMod val="60000"/>
              <a:lumOff val="4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C7CB9-D0DC-4557-848C-A477E471AE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Роль личности в истории и культуре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4D477D-5C09-4A4F-8311-D1767CFA14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21420000">
            <a:off x="1218407" y="3407394"/>
            <a:ext cx="9755187" cy="550333"/>
          </a:xfrm>
        </p:spPr>
        <p:txBody>
          <a:bodyPr/>
          <a:lstStyle/>
          <a:p>
            <a:r>
              <a:rPr lang="ru-RU" dirty="0"/>
              <a:t>Сообщение учеников 8г класса </a:t>
            </a:r>
          </a:p>
          <a:p>
            <a:r>
              <a:rPr lang="ru-RU" dirty="0" err="1"/>
              <a:t>Очилова</a:t>
            </a:r>
            <a:r>
              <a:rPr lang="ru-RU" dirty="0"/>
              <a:t> </a:t>
            </a:r>
            <a:r>
              <a:rPr lang="ru-RU" dirty="0" err="1"/>
              <a:t>тимурА</a:t>
            </a:r>
            <a:r>
              <a:rPr lang="ru-RU" dirty="0"/>
              <a:t> и  Марченко Артёма</a:t>
            </a:r>
          </a:p>
        </p:txBody>
      </p:sp>
    </p:spTree>
    <p:extLst>
      <p:ext uri="{BB962C8B-B14F-4D97-AF65-F5344CB8AC3E}">
        <p14:creationId xmlns:p14="http://schemas.microsoft.com/office/powerpoint/2010/main" val="2358012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B5394-2ADF-499C-9E3D-AF6748E6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Илон </a:t>
            </a:r>
            <a:r>
              <a:rPr lang="ru-RU" dirty="0" err="1"/>
              <a:t>маск</a:t>
            </a:r>
            <a:r>
              <a:rPr lang="ru-RU" dirty="0"/>
              <a:t> как личность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7F04089-3C23-4ED2-92E4-18FEA8335066}"/>
              </a:ext>
            </a:extLst>
          </p:cNvPr>
          <p:cNvSpPr/>
          <p:nvPr/>
        </p:nvSpPr>
        <p:spPr>
          <a:xfrm>
            <a:off x="685801" y="1837765"/>
            <a:ext cx="845819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</a:rPr>
              <a:t>Личность это набор ярких и тёмных красок и у каждого человека разный набор этих красок и вы никогда не встретите людей с одинаковым характером. У Илона Маска тоже свой индивидуальный набор красок. Он совершил три революции для нас о которых мы сейчас вам и расскажем</a:t>
            </a:r>
          </a:p>
        </p:txBody>
      </p:sp>
    </p:spTree>
    <p:extLst>
      <p:ext uri="{BB962C8B-B14F-4D97-AF65-F5344CB8AC3E}">
        <p14:creationId xmlns:p14="http://schemas.microsoft.com/office/powerpoint/2010/main" val="3635282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0DDAF4D-D01D-4BC6-97D3-6C38CF2E957F}"/>
              </a:ext>
            </a:extLst>
          </p:cNvPr>
          <p:cNvSpPr/>
          <p:nvPr/>
        </p:nvSpPr>
        <p:spPr>
          <a:xfrm>
            <a:off x="914400" y="0"/>
            <a:ext cx="9401555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6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Три революции</a:t>
            </a:r>
          </a:p>
          <a:p>
            <a:pPr algn="ctr"/>
            <a:r>
              <a:rPr lang="ru-RU" sz="6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</a:t>
            </a:r>
            <a:r>
              <a:rPr lang="ru-RU" sz="9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Илона Маска</a:t>
            </a:r>
            <a:endParaRPr lang="ru-RU" sz="96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47210E-B48A-48E9-BD87-0055DD4B5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379" y="2585323"/>
            <a:ext cx="5969242" cy="33421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01487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3C17D42-C602-47B8-B894-43D408F69316}"/>
              </a:ext>
            </a:extLst>
          </p:cNvPr>
          <p:cNvSpPr/>
          <p:nvPr/>
        </p:nvSpPr>
        <p:spPr>
          <a:xfrm>
            <a:off x="1712429" y="0"/>
            <a:ext cx="87671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Первая революция — </a:t>
            </a:r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PayPal</a:t>
            </a:r>
            <a:endParaRPr lang="ru-RU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B719CF3-1625-4A14-9903-F17EC7986C36}"/>
              </a:ext>
            </a:extLst>
          </p:cNvPr>
          <p:cNvSpPr/>
          <p:nvPr/>
        </p:nvSpPr>
        <p:spPr>
          <a:xfrm>
            <a:off x="0" y="923330"/>
            <a:ext cx="11595652" cy="35394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</a:rPr>
              <a:t>Почему </a:t>
            </a:r>
            <a:r>
              <a:rPr lang="ru-RU" sz="32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</a:rPr>
              <a:t>PayPal</a:t>
            </a:r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</a:rPr>
              <a:t> совершил революцию: даже в конце 90-х на рынке уже было несколько платежных систем. Штат самого крупного конкурента — </a:t>
            </a:r>
            <a:r>
              <a:rPr lang="ru-RU" sz="32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</a:rPr>
              <a:t>Billpoint</a:t>
            </a:r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</a:rPr>
              <a:t> насчитывал 3 000 человек, а прибыль — более 50 000 000 долларов в год. Он сотрудничал со всеми крупными банками и был основным партнером дико популярного </a:t>
            </a:r>
            <a:r>
              <a:rPr lang="ru-RU" sz="32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</a:rPr>
              <a:t>Ebay</a:t>
            </a:r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</a:rPr>
              <a:t>. Конкурировать с таким гигантом на его поле было самоубийством. </a:t>
            </a:r>
          </a:p>
        </p:txBody>
      </p:sp>
    </p:spTree>
    <p:extLst>
      <p:ext uri="{BB962C8B-B14F-4D97-AF65-F5344CB8AC3E}">
        <p14:creationId xmlns:p14="http://schemas.microsoft.com/office/powerpoint/2010/main" val="3354988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50D4EB9-47AF-4E62-840C-EA2244EC8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071819">
            <a:off x="2483640" y="649335"/>
            <a:ext cx="5600509" cy="55593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37849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90EB9E6-4E4B-48B1-B48A-3064DDCF25E5}"/>
              </a:ext>
            </a:extLst>
          </p:cNvPr>
          <p:cNvSpPr/>
          <p:nvPr/>
        </p:nvSpPr>
        <p:spPr>
          <a:xfrm>
            <a:off x="1874459" y="0"/>
            <a:ext cx="84430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Вторая революция — </a:t>
            </a:r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Tesla </a:t>
            </a:r>
            <a:endParaRPr lang="ru-RU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9C9C980-C34A-4A85-A94A-40546121C40A}"/>
              </a:ext>
            </a:extLst>
          </p:cNvPr>
          <p:cNvSpPr/>
          <p:nvPr/>
        </p:nvSpPr>
        <p:spPr>
          <a:xfrm>
            <a:off x="990600" y="948690"/>
            <a:ext cx="10199914" cy="403187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Фанаты Илона Маска уверены, что он придумал электрокары. Это полная ерунда, первые машины на электротяге создали еще в 19 веке. Илон </a:t>
            </a:r>
            <a:r>
              <a:rPr lang="ru-RU" sz="32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Маск</a:t>
            </a:r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при создании </a:t>
            </a:r>
            <a:r>
              <a:rPr lang="ru-RU" sz="32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Tesla</a:t>
            </a:r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вдохновлялся историями </a:t>
            </a:r>
            <a:r>
              <a:rPr lang="ru-RU" sz="32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Ford</a:t>
            </a:r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и </a:t>
            </a:r>
            <a:r>
              <a:rPr lang="ru-RU" sz="32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Apple</a:t>
            </a:r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. </a:t>
            </a:r>
            <a:r>
              <a:rPr lang="ru-RU" sz="32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Ford</a:t>
            </a:r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на примере </a:t>
            </a:r>
            <a:r>
              <a:rPr lang="ru-RU" sz="32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Mustang</a:t>
            </a:r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показал, насколько важен для людей внешний вид автомобиля. </a:t>
            </a:r>
            <a:r>
              <a:rPr lang="ru-RU" sz="32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Apple</a:t>
            </a:r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же доказали, что строгий и даже аскетичный дизайн легко может стать эталоном на рынке.</a:t>
            </a:r>
          </a:p>
        </p:txBody>
      </p:sp>
    </p:spTree>
    <p:extLst>
      <p:ext uri="{BB962C8B-B14F-4D97-AF65-F5344CB8AC3E}">
        <p14:creationId xmlns:p14="http://schemas.microsoft.com/office/powerpoint/2010/main" val="84358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A4D67FF-C54F-4C52-B36D-95D81D16F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88381">
            <a:off x="1315625" y="734483"/>
            <a:ext cx="6802091" cy="454151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9402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043F8E-2F84-438C-AE18-91D3DBC0D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51946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2D94FF3-BE36-4C48-8B8C-73032DAD9F9A}"/>
              </a:ext>
            </a:extLst>
          </p:cNvPr>
          <p:cNvSpPr/>
          <p:nvPr/>
        </p:nvSpPr>
        <p:spPr>
          <a:xfrm>
            <a:off x="1401445" y="0"/>
            <a:ext cx="93891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Третья революция — </a:t>
            </a:r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SpaceX</a:t>
            </a:r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ф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6FC2057-6FDA-4DED-9A61-9CB912DB3E41}"/>
              </a:ext>
            </a:extLst>
          </p:cNvPr>
          <p:cNvSpPr/>
          <p:nvPr/>
        </p:nvSpPr>
        <p:spPr>
          <a:xfrm>
            <a:off x="0" y="1443332"/>
            <a:ext cx="11640457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2 революционных проекта, которые Илон </a:t>
            </a:r>
            <a:r>
              <a:rPr lang="ru-RU" sz="2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Маск</a:t>
            </a:r>
            <a:r>
              <a:rPr lang="ru-RU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реализовывает на базе </a:t>
            </a:r>
            <a:r>
              <a:rPr lang="ru-RU" sz="2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SpaceX</a:t>
            </a:r>
            <a:r>
              <a:rPr lang="ru-RU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: </a:t>
            </a:r>
            <a:r>
              <a:rPr lang="ru-RU" sz="2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Starlink</a:t>
            </a:r>
            <a:r>
              <a:rPr lang="ru-RU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. Это группировка из 12 000 спутников, способная передавать 50% всего интернет-трафика на планете. Для подключения к </a:t>
            </a:r>
            <a:r>
              <a:rPr lang="ru-RU" sz="2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Starlink</a:t>
            </a:r>
            <a:r>
              <a:rPr lang="ru-RU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из любой точки планеты, будет достаточно подключенного по USB передатчика. Никто не сомневается, что </a:t>
            </a:r>
            <a:r>
              <a:rPr lang="ru-RU" sz="2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Starlink</a:t>
            </a:r>
            <a:r>
              <a:rPr lang="ru-RU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станет монополистом среди </a:t>
            </a:r>
            <a:r>
              <a:rPr lang="ru-RU" sz="2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интернет-провайдеров</a:t>
            </a:r>
            <a:r>
              <a:rPr lang="ru-RU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. Сейчас на орбите уже находятся 420 спутников. </a:t>
            </a:r>
            <a:r>
              <a:rPr lang="ru-RU" sz="2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Interplanetary</a:t>
            </a:r>
            <a:r>
              <a:rPr lang="ru-RU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ru-RU" sz="2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Transport</a:t>
            </a:r>
            <a:r>
              <a:rPr lang="ru-RU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ru-RU" sz="2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System</a:t>
            </a:r>
            <a:r>
              <a:rPr lang="ru-RU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. Простыми словами — межпланетные перелеты. У Илона Маска буквально в “гараже” уже сегодня стоит ракета, способная доставить груз и людей на Марс. И даже вернуться обратно, правда обратный путь займет 5-6 лет. Технологий такого уровня нет ни у одной другой компании, включая NASA и Роскосмос.</a:t>
            </a:r>
          </a:p>
        </p:txBody>
      </p:sp>
    </p:spTree>
    <p:extLst>
      <p:ext uri="{BB962C8B-B14F-4D97-AF65-F5344CB8AC3E}">
        <p14:creationId xmlns:p14="http://schemas.microsoft.com/office/powerpoint/2010/main" val="1729635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9435A3-71A1-4DC0-B2B1-7BC372E06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34962">
            <a:off x="1306285" y="275772"/>
            <a:ext cx="7794171" cy="519611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8381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BB2AC5F-785B-4141-9D6D-9100EF36A867}"/>
              </a:ext>
            </a:extLst>
          </p:cNvPr>
          <p:cNvSpPr/>
          <p:nvPr/>
        </p:nvSpPr>
        <p:spPr>
          <a:xfrm>
            <a:off x="-412855" y="1536174"/>
            <a:ext cx="13017709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20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5860513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лавное мероприятие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346492"/>
      </a:accent1>
      <a:accent2>
        <a:srgbClr val="6DA5D4"/>
      </a:accent2>
      <a:accent3>
        <a:srgbClr val="538C79"/>
      </a:accent3>
      <a:accent4>
        <a:srgbClr val="93B75D"/>
      </a:accent4>
      <a:accent5>
        <a:srgbClr val="DEB050"/>
      </a:accent5>
      <a:accent6>
        <a:srgbClr val="BB5354"/>
      </a:accent6>
      <a:hlink>
        <a:srgbClr val="3289DD"/>
      </a:hlink>
      <a:folHlink>
        <a:srgbClr val="859EB6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E3530EC-BA5B-407C-9B36-00820F3955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TM04033927[[fn=Главное мероприятие]]</Template>
  <TotalTime>87</TotalTime>
  <Words>339</Words>
  <Application>Microsoft Office PowerPoint</Application>
  <PresentationFormat>Широкоэкранный</PresentationFormat>
  <Paragraphs>14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Impact</vt:lpstr>
      <vt:lpstr>Главное мероприятие</vt:lpstr>
      <vt:lpstr>Роль личности в истории и культуре</vt:lpstr>
      <vt:lpstr>Илон маск как личность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Роль личности в истории и культуре</dc:title>
  <dc:creator>Асланджон Очилов</dc:creator>
  <cp:lastModifiedBy>Асланджон Очилов</cp:lastModifiedBy>
  <cp:revision>5</cp:revision>
  <dcterms:created xsi:type="dcterms:W3CDTF">2021-11-25T17:43:46Z</dcterms:created>
  <dcterms:modified xsi:type="dcterms:W3CDTF">2021-11-25T19:11:12Z</dcterms:modified>
</cp:coreProperties>
</file>